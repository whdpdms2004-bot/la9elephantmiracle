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46개 아이디어 중 12개 채택. 노란색 세 유형이 성과의 대부분.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결합은 상관이 낮아야 값이 있다는 점을 반드시 전달할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접근법 유형화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바꿔봤고, 무엇이 통했나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810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Aimers 9기 Phase 2  ·  sj  ·  V1~V79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671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67128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4845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48456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978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978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최고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채택된 12건 중 대부분이 유형 1·3·6 에 몰려 있다.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건드린 곳이 많은 유형이 아니라, 데이터의 구멍을 메운 유형이었다.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713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0" y="713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54512" y="713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4241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9168" y="1143000"/>
            <a:ext cx="274320" cy="2743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52360" y="10424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Y를 바꾸면?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32720" y="10424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54512" y="10424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159105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169164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15910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피처를 더하면?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332720" y="15910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54512" y="15910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03720" y="213969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2240280"/>
            <a:ext cx="274320" cy="2743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21396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피처를 빼면?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332720" y="21396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54512" y="21396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03720" y="268833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278892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52360" y="26883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바꾸면?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332720" y="26883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54512" y="26883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903720" y="323697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9168" y="333756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52360" y="3236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방식을 바꾸면?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332720" y="323697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954512" y="323697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903720" y="378561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9168" y="3886200"/>
            <a:ext cx="274320" cy="2743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52360" y="37856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합치는 법을 바꾸면?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332720" y="37856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954512" y="37856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03720" y="433425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9168" y="443484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9168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5236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사후에 고치면?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332720" y="43342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954512" y="43342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903720" y="488289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59168" y="49834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9168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52360" y="48828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쪼개면?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10332720" y="4882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954512" y="4882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903720" y="543153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59168" y="55321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9168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52360" y="54315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측정을 의심하면?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10332720" y="54315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954512" y="54315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1 · Y를 바꾸면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 확률 대신 실패 유형을 맞히면 어떨까?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FF6E5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44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 실패 유형 5개로 분해한다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607040" y="146304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0" y="146304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라벨이 없어 누적통계 차분으로 복원(1,473,508행, 100.000000% 일치). 5성분을 각각 예측해 포함–배제로 합성.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P(성공) = 1 − ( p_m + p_r − p_mr + p_ob + p_oz 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957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라인 하나가 Public 916.7 → 983 의 +66 전부의 골격이다.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78240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상승폭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072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되는가 — V65 가 증명했다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111피처로 control_success 를 직접 예측한 모델과 비교하면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621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621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6210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상관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621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58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모델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8587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751.20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858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8587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+23.43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 분해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4096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745.30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4096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2611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단독은 직접이 낫고 결합은 분해가 압도한다. 차이는 상관뿐.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2926080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잘게 쪼개는 방향은 전부 실패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336499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V35 실패 분류 세분화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P2_msplit 만 살았다가 V38 에서 탈락. P4_matchup 은 정적 테이블 누수(745.9 → 259.1)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V50 볼카운트 전문가 모델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쪼갤수록 단조 악화 747 → 695 → 432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8280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 ·  Y 재정의가 가장 큰 한 방이었다. 단, 되는 이유가 “더 정확해서”가 아니라 “다른 각도를 봐서”다.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51755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더 잘게 쪼개는 방향은 전부 실패했다 — 각도가 늘지 않고 표본만 줄기 때문이다.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2 · 피처를 더하면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정보를 더 넣으면 어떨까?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지표가 단독 BSS 가 아니라 base 와의 상관이라는 것이 이 유형에서 확정됐다.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  플래툰 축 4종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607040" y="1719072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1719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제공된 asof_pitcher_success_rate 에 좌우 구분이 없다. 좌타 58.4% / 우타 43.2% 인 투수도 평균 0.50 하나로 뭉개진다. EB 수축(K=300)으로 네 축을 복원.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37744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5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+13.75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투수 플래툰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37744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5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+8.44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291840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카운트 플래툰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37744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5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+2.98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715000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이닝 플래툰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37744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5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+2.44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38160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타자 성분별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11064240" cy="42062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V71 2차 상호작용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685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곱·차·비만 두 fold 양수, 제곱은 무의미. 12열 추가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685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515600" y="370332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0" y="37033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V33 축 6종 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1056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구조로 6개 추가 — 투수×타자손 계열은 네 축에서 포화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0" y="4105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잡음 수준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15600" y="4123944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41239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말랐다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453128"/>
            <a:ext cx="11064240" cy="42062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V53~58 Tier 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4526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TrackMan 조건부 반응 프로파일 → SVD 12차원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−5.86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515600" y="4544568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0" y="45445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4946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V66 TrackMan 물리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946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+21.04 인데 base 상관이 0.8889→0.8905 로 함께 올랐다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0" y="4946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−0.30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515600" y="4965192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0" y="49651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294376"/>
            <a:ext cx="11064240" cy="42062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V70 attention 피처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200400" y="5367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으로 축을 만들거나(B1) 대체(B2)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0" y="5367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−46 / −77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515600" y="5385816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0" y="53858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·  “새로운 정보인가”가 아니라 “base 가 아직 안 가졌는가”의 문제였다. 플래툰은 구멍을 메웠고, TrackMan 은 base 가 이미 갖고 있었다.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3 · 피처를 빼면  ·  최대 발견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중복을 빼면 어떨까?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구조의 피처가 차감 겹수만으로 50배 갈렸다.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1겹 차감  ·  V8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EB(투수, 타자손, 축) − 리그평균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2395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남는 신호의 대부분이 ‘카운트 자체 효과’ —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/ strikes 와 중복이다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2겹 차감  ·  V19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리그평균 − 전역 카운트효과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+8.44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0" y="2395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‘이 투수가 이 카운트에서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남들보다 얼마나 다른가’만 남는다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조건이 둘 있다 — 나중에 실패로 배웠다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785616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ㄱ. 중복이 실재해야 한다.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차감은 ‘중복’을 고치지 ‘누수’를 고치지 못한다. V8 이 안 됐던 진짜 이유는 자기 라벨 누수였다 (743.8 → 507.8).  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V37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ㄴ. 두 항이 같은 단위여야 한다.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단위가 다르면 환산 계수를 추정해야 하고, 그 계수가 틀린 만큼 잡음이 들어간다.  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V43 단독 −35.79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5604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956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V75 season 제거</a:t>
            </a:r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감사가 “검증 시즌 값이 학습 범위 밖”이라 지적한 항목. 2024 에서 제거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−31.00</a:t>
            </a:r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순번 변환 +0.38 → 현행 유지. 우려는 실측상 문제가 아니었다.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779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V19 가 성공한 것은 둘 다 충족했기 때문이다 — 카운트 주효과가 balls/strikes 에 이미 있었고, 두 항이 모두 성공률 EB 라 환산 계수가 정확히 1이었다.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4 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모델을, 그리고 학습 방식을 바꾸면 어떨까?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4 — 모델을 바꾸면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CatBoost 추가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0" y="15179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성분당 8시드 × 2계열 = 80모델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6002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002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751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1975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V14·15 신경망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19751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5성분 MLP 동시 학습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0574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0574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323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4323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성분 스태킹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24323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모델 입력으로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5146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146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95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V69 attention 멤버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0" y="2889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9718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718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3467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346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V65 직접 예측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3346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control_success 직접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4290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4290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8404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교체는 레버가 아니었다. 유일한 채택도 +1.23 이고, 그마저 정확도보다 시드 다양성에 가깝다.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0" y="1188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5 — 학습 방식을 바꾸면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15179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151790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F행 가중치 0.20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464040" y="15179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98480" y="16002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16002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19751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46520" y="197510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V63·64 짧은 등판 0.5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64040" y="19751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698480" y="20574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0" y="20574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4323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243230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성분별 트리 파라미터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464040" y="24323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698480" y="25146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98480" y="25146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288950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46520" y="288950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V72 학습 방식 40 arm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464040" y="28895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40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98480" y="297180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0" y="29718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말랐다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3346704"/>
            <a:ext cx="5394960" cy="1362456"/>
          </a:xfrm>
          <a:prstGeom prst="roundRect">
            <a:avLst>
              <a:gd name="adj" fmla="val 4027"/>
            </a:avLst>
          </a:prstGeom>
          <a:solidFill>
            <a:srgbClr val="FFF6E5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 반복 확인된 것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46520" y="37673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거를 행은 버리지 말고 가중치를 낮춘다.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 arm 은 제외 비율에 따라 단조 악화했고, 학습 행 절반 감소 비용이 −4.39 로 측정됐다. 데이터 손실 비용이 언제나 분포 불일치 이득보다 컸다.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등판 가중치 0.5 는 내부 재현에 실패해 한때 ‘잡음’으로 판정했었다. 그런데 Public 최고(983)였다.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6 · 7 ·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합치는 법 · 사후 보정 · 쪼개기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6  ·  투구량 구간별 결합 가중치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607040" y="1335024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0" y="133502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0934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[0.25, 0.25, 0.25, 0.30, 0.40]      구간 = asof_pitcher_n  100 / 500 / 2000 / 4000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56816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“어떤 행에서 우리 라인을 더 믿을 것인가”라는 구조적 질문. 자유롭게 최적화한 V44~48 은 전부 과적합이었다(V47: 다른 fold 에서 붕괴).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3816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+15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55280" y="2084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전이율 +610% — 전 실험 최고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7  ·  사후에 고치면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054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V26 합성 절편 c0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0540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+1.37 채택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V36 platt / isotonic / beta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−162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V34 찬우 보정 계열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5295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연도 −40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 극단값 cap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7673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V78 시즌 평균 이동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0050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 +0.03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428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 함수는 적합한 연도의 성질을 담고, 그게 다음 해에 유지되지 않는다.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8  ·  쪼개면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054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V50 볼카운트 전문가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09760" y="30540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 → 695 → 432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V51 투수형 × 타자형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09760" y="32918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오류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V52 5유형 × 4유형 재설계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0" y="352958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붕괴 96% 제거, 신호 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840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기저율 이질성은 쪼갤 근거가 아니다. oz 가 3-0 에서 0.003, 1-2 에서 0.048 로 16배인데도 악화했다. 손해가 데이터 손실만으로 설명된다.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7914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 ·  결합에서 남은 자유도는 거의 없었다. 통한 것은 최적화가 아니라 구조적 질문 하나뿐이었다.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" y="51755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사후 보정과 쪼개기는 각각 다섯 번, 세 번 시도해서 채택이 사실상 0이다. 두 유형은 닫혔다고 본다.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9 · 이번 세션 최대 발견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측정 자체가 틀렸다면?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167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2023 은 오프셋 상쇄를 재고 있었다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−140.20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836.50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5237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−140.20 의 200.88 이 오프셋 손실이다. 제거하면 +60.68.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277977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에 성공률이 0.5289 → 0.5000 (−0.029) 떨어졌는데 OOF 25개 중 20개가 2022년 값을 그대로 예측했다. 고칠 수도 없다 — 잘 맞는 5개만 고르는 것은 검증 fold 결과를 보고 고르는 선택 누수다.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1887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316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2022 는 오염 의심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1645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5820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920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582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2296.92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3시즌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0.5267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−140.20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840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4시즌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582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777.68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408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5시즌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데이터가 가장 적은 fold 의 AUC 가 가장 높다.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83680" y="3054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순서가 거꾸로고, Phase-0 가 잰 원본 피처 천장 0.544 도 넘는다.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35204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36758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신뢰할 수 있는 검증 fold 가 하나(2024)뿐이었다.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400" y="40416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“두 fold 에서 확인한다”는 채택 기준이 애초에 만족될 수 없는 조건이었다.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지표가 Public 을 못 맞춘 근본 원인이 이것이다.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0392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3950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harness.metrics() 에 offset / bss_centered 추가.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bss_raw − bss_centered = 평균 정렬로 번 점수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8680" y="4956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좋은 소식 하나 — V79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8680" y="52303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레벨 오차 우려(V61 이 42~136점으로 열어둔 것)가 실측 2.0점으로 닫혔다. 그리고 블렌드 이득이 raw +39.95, 오프셋 제거 기준 +41.88 — 성분 분해의 이득이 평균 정렬이 아니라 진짜 신호임이 확인됐다.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통한 것과 안 통한 것의 공통점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것 — 채택 12건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486400" cy="950976"/>
          </a:xfrm>
          <a:prstGeom prst="roundRect">
            <a:avLst>
              <a:gd name="adj" fmla="val 769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64208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데이터의 구멍을 메웠다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18470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플래툰(+27.6)은 좌우 구분이 없다는 구멍을, 성분 분해(+66)는 실패 유형 라벨이 없다는 구멍을 메웠다. 없는 정보를 만든 게 아니라 뭉개진 정보를 복원했다.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486400" cy="950976"/>
          </a:xfrm>
          <a:prstGeom prst="roundRect">
            <a:avLst>
              <a:gd name="adj" fmla="val 769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24912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가 아직 안 가진 각도를 만들었다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98448" y="290779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정확도가 아니다. 직접 모델은 단독이 더 좋은데 결합에서 밀렸고(V65), TrackMan 은 단독 +21 인데 결합 −0.30 이었다(V66).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02736"/>
            <a:ext cx="5486400" cy="950976"/>
          </a:xfrm>
          <a:prstGeom prst="roundRect">
            <a:avLst>
              <a:gd name="adj" fmla="val 7692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85616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694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질문이었지 최적화가 아니었다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39684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가중치(Public +15)는 “어떤 행에서 우리 라인을 더 믿을까”라는 질문이고, 자유롭게 최적화한 V44~48 은 전부 과적합이었다.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170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통한 것 — 기각 34건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481328"/>
            <a:ext cx="5303520" cy="950976"/>
          </a:xfrm>
          <a:prstGeom prst="roundRect">
            <a:avLst>
              <a:gd name="adj" fmla="val 7692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66420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1572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쪼개는 것은 전부 실패했다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59168" y="18470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모델이 그 축을 피처로 이미 갖고 있으면 전문화 이득이 0 이고 표본만 준다. 손해가 데이터 손실만으로 설명됐다.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59168" y="22311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8 · 1-2 · 1-3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2542032"/>
            <a:ext cx="5303520" cy="950976"/>
          </a:xfrm>
          <a:prstGeom prst="roundRect">
            <a:avLst>
              <a:gd name="adj" fmla="val 7692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272491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59168" y="2633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보정은 전부 실패했다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59168" y="290779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 함수가 적합한 연도의 성질을 담고, 그게 다음 해에 유지되지 않는다. 최악 −162.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9168" y="32918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3602736"/>
            <a:ext cx="5303520" cy="950976"/>
          </a:xfrm>
          <a:prstGeom prst="roundRect">
            <a:avLst>
              <a:gd name="adj" fmla="val 7692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378561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59168" y="3694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교체는 레버가 아니었다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59168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 형식 데이터에서 GBDT 를 넘은 것이 없다. 유일한 채택도 +1.23.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59168" y="43525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줄로  ·  이 문제에서 점수를 만든 것은 “더 좋은 모델”이 아니라 “뭉개진 정보의 복원”과 “base 가 안 보는 각도”였다.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할 것인가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09344"/>
            <a:ext cx="310896" cy="310896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35024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fold 확보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5024" y="17830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판정 가능한 fold 가 하나뿐이다. 이것이 모든 오판의 뿌리다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176272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322576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35024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· 피처 확장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35024" y="24963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2 가 유일하게 아직 안 마른 축. 참고자료 대기 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889504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035808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35024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성분별 외삽 규칙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5024" y="320954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성분 −0.0188 은 명백한 결함. 다만 블렌드 기여는 +2 수준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602736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74904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35024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재설계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35024" y="392277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0.6032 는 역대 최저. 정확도를 안 깎는 설계를 못 찾았을 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315968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462272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35024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결합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35024" y="46360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상관이 낮은 멤버가 필요하다 — 정확도 높은 멤버가 아니라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1463040"/>
            <a:ext cx="3611880" cy="3145536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664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팀에 드리는 한 문장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20116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“단독 성능이 좋아졌다”는 결합 가치의 근거가 아닙니다.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님 사례가 정확히 그것이었습니다 — 639.66 → 733.28 로 크게 개선했는데 상관이 0.9095 → 0.9301 로 함께 올라 결합 이득이 0 이었습니다.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val2024_pred.csv 규약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row_id, control_success — 2019~2023 학습 → 2024 예측, 253,507 행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sj 와 다른 타깃 / 다른 피처군으로 만든 것일수록 값이 큽니다.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2E3A78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193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54681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24_APPROACH_TYPOLOGY.md  이 발표의 원본 (유형별 전체 기록)      ·      15_VERSION_LOG.md  시간순 실험 기록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21_TEAM_SUMMARY.md  방법론 정리      ·      22_FEATURE_INTAKE_PLAN.md  신규 피처 인수 런북      ·      23_TEAM_DECK.pptx  진행 공유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접근법 유형화 — LG Aimers 9기 Phase2</dc:title>
  <dc:subject>PptxGenJS Presentation</dc:subject>
  <dc:creator>sj</dc:creator>
  <cp:lastModifiedBy>sj</cp:lastModifiedBy>
  <cp:revision>1</cp:revision>
  <dcterms:created xsi:type="dcterms:W3CDTF">2026-08-18T02:20:59Z</dcterms:created>
  <dcterms:modified xsi:type="dcterms:W3CDTF">2026-08-18T02:20:59Z</dcterms:modified>
</cp:coreProperties>
</file>