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Calibri"/>
              </a:rPr>
              <a:t>Public 점수 이력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BSS</c:v>
                </c:pt>
              </c:strCache>
            </c:strRef>
          </c:tx>
          <c:spPr>
            <a:solidFill>
              <a:srgbClr val="FFB627"/>
            </a:solidFill>
            <a:ln w="38100" cap="flat">
              <a:solidFill>
                <a:srgbClr val="FFB6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627"/>
              </a:solidFill>
              <a:ln w="9525" cap="flat">
                <a:solidFill>
                  <a:srgbClr val="FFB6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023
base+offset</c:v>
                  </c:pt>
                  <c:pt idx="1">
                    <c:v>024
성분 1축</c:v>
                  </c:pt>
                  <c:pt idx="2">
                    <c:v>030
성분 4축</c:v>
                  </c:pt>
                  <c:pt idx="3">
                    <c:v>032
구간 가중치</c:v>
                  </c:pt>
                  <c:pt idx="4">
                    <c:v>034
짧은 등판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916.7</c:v>
                </c:pt>
                <c:pt idx="1">
                  <c:v>945</c:v>
                </c:pt>
                <c:pt idx="2">
                  <c:v>964</c:v>
                </c:pt>
                <c:pt idx="3">
                  <c:v>979</c:v>
                </c:pt>
                <c:pt idx="4">
                  <c:v>983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900"/>
        </c:scaling>
        <c:delete val="0"/>
        <c:axPos val="l"/>
        <c:majorGridlines>
          <c:spPr>
            <a:ln w="12700" cap="flat">
              <a:solidFill>
                <a:srgbClr val="3B47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Val2024 기여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2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성분별 트리 파라미터</c:v>
                  </c:pt>
                  <c:pt idx="1">
                    <c:v>CatBoost 계열 추가</c:v>
                  </c:pt>
                  <c:pt idx="2">
                    <c:v>합성 절편 c0</c:v>
                  </c:pt>
                  <c:pt idx="3">
                    <c:v>타자 성분별 플래툰</c:v>
                  </c:pt>
                  <c:pt idx="4">
                    <c:v>OUTSIDE ball 분할</c:v>
                  </c:pt>
                  <c:pt idx="5">
                    <c:v>이닝 플래툰</c:v>
                  </c:pt>
                  <c:pt idx="6">
                    <c:v>F행 학습 가중치 0.20</c:v>
                  </c:pt>
                  <c:pt idx="7">
                    <c:v>카운트 플래툰</c:v>
                  </c:pt>
                  <c:pt idx="8">
                    <c:v>투수 플래툰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0.91</c:v>
                </c:pt>
                <c:pt idx="1">
                  <c:v>1.23</c:v>
                </c:pt>
                <c:pt idx="2">
                  <c:v>1.37</c:v>
                </c:pt>
                <c:pt idx="3">
                  <c:v>2.44</c:v>
                </c:pt>
                <c:pt idx="4">
                  <c:v>2.64</c:v>
                </c:pt>
                <c:pt idx="5">
                  <c:v>2.98</c:v>
                </c:pt>
                <c:pt idx="6">
                  <c:v>4.07</c:v>
                </c:pt>
                <c:pt idx="7">
                  <c:v>8.44</c:v>
                </c:pt>
                <c:pt idx="8">
                  <c:v>13.75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22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b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916.7에서 983까지, 성분 분해 라인이 +66을 만들었다. 실험 75건.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라운드에서 가장 중요한 발견. 제출 후보를 내부 순위로 하나만 고르면 안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결합은 상관이 낮아야 값이 있다는 점을 반드시 전달할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제구 실패 유형 분해 모델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157276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Aimers 9기 Phase 2  ·  sj 진행 공유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확률을 직접 맞히는 대신,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실패했는지를 유형별로 예측해 합성한다.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337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2E3A78"/>
          </a:solidFill>
          <a:ln w="25400">
            <a:solidFill>
              <a:srgbClr val="FFB6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49300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983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685800" y="44074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최고  submit_034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3337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349300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+66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3703320" y="44074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성분 분해가 만든 상승폭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1389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약 75건  ·  V1 ~ V76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949440" y="1051560"/>
          <a:ext cx="4709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실패를 유형으로 쪼갠다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포함–배제 합성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middle  한가운데
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reverse  반대 코스
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OUTSIDE := 실패 ∧ ¬M ∧ ¬R
</a:t>
            </a:r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└ ball 로 다시 분할 → ob, oz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035808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EEF3FB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3580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P(성공) = 1 − ( p_m + p_r − p_mr + p_ob + p_oz 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035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라벨은 train.csv 에서 복원한다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19385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 데이터에 실패 유형 라벨은 없다.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통계의 차분으로 복원한다.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2487168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EEF3FB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5786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누적(i) = asof_rate(i) × asof_pitcher_n(i)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label(i) = 누적(i+1) − 누적(i) ∈ {0,1}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261518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041648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1,473,508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48640" y="456285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복원 행 / 1,475,092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46704" y="3886200"/>
            <a:ext cx="261518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46704" y="4041648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100.000000%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3346704" y="456285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control_success 일치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44768" y="3886200"/>
            <a:ext cx="261518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44768" y="4041648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행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6144768" y="456285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포함–배제 불일치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42832" y="3886200"/>
            <a:ext cx="261518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42832" y="4041648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모델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8942832" y="456285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5성분 × 8시드 × 2계열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 ·  asof_*_rate 는 float32 다. rate × n 의 오차가 ~1e-3 이므로 차분 전에 반올림해야 한다. 안 하면 140만 행 중 1만 행만 복원된다.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기여도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검증을 통과해 실린 것들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8580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371600"/>
            <a:ext cx="3931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536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예측 구조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1874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=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w(투구량 구간) × 성분 라인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(1 − w) × 프로덕션 base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55280" y="26974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[.25 .25 .25 .30 .40]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 = asof_pitcher_n 100/500/2000/4000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80960" y="36118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FF6E5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55280" y="3767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추가로 실린 것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41148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짧은 등판 학습 가중치 0.5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평소의 절반 미만 등판 → Public +4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상호작용 12열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곱·차·비 (제곱은 무의미) → Public +2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발견 · 계층 차감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주효과를 몇 겹 빼느냐가 전부였다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구조의 피처가 차감 겹수만으로 50배 갈렸다.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DEE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38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1겹 차감  ·  V8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EB(투수, 타자손, 축) − 리그평균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+0.16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880360" y="2697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남는 신호의 대부분이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'카운트 자체 효과' — 원본 피처와 중복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EAF6E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938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2겹 차감  ·  V19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리그평균 − 전역 카운트효과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+8.44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549640" y="2697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'이 투수가 이 카운트에서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남들보다 얼마나 다른가'만 남는다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91363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조건이 둘 있다 — 나중에 실패로 배웠다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27939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ㄱ. 중복이 실재해야 한다.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빼려는 주효과가 이미 모델에 있어야 한다. 차감은 '중복'을 고치지 '누수'를 고치지 못한다.  </a:t>
            </a:r>
            <a:pPr indent="0" marL="0">
              <a:lnSpc>
                <a:spcPts val="21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(V37)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ㄴ. 두 항이 같은 단위여야 한다.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단위가 다르면 환산 계수를 추정해야 하고, 그 계수가 틀린 만큼 잡음이 들어간다.  </a:t>
            </a:r>
            <a:pPr indent="0" marL="0">
              <a:lnSpc>
                <a:spcPts val="21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(V43: 단독 −35.79)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52303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V19 가 잘 된 이유가 정확히 이 둘이다 — 카운트 주효과가 balls/strikes 에 이미 있었고, 두 항이 모두 성공률 EB 라 계수가 1이었다.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확립된 원리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다른 모델에도 그대로 옮길 수 있는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91056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1328" y="149961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정확도가 비슷한 멤버들 사이에서는 비상관성이 결정한다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81328" y="18288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모델이 단독 751.20 으로 성분 분해(745.30)보다 나은데 결합은 +23.43 vs +41.04 로 밀렸다 — 차이는 상관뿐. 단 정확도가 무너지면 예외다: V70 은 상관 0.6032(역대 최저)를 얻고도 단독이 653 떨어져 −76.56.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104120" y="17190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V65 · V66 · V70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688336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88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81328" y="25968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테이블은 셀이 작아질수록 자기 라벨을 흘린다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81328" y="29260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V1 705.7→187.5  ·  V37 743.8→507.8  ·  V35 745.9→259.1  ·  V59 744.1→533.4. 값이 아니라 '이웃을 고르는 기준'으로도 같은 붕괴가 난다.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104120" y="28163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번 관측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785616"/>
            <a:ext cx="548640" cy="5486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85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81328" y="369417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거를 행은 버리지 말고 가중치를 낮춘다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81328" y="40233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45조합 스윕에서 제거 arm 만 제외 비율에 따라 단조 악화했다. 학습 행 절반 감소 비용이 −4.39 로 측정돼 있다.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104120" y="39136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V63 · V9 · V10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882896"/>
            <a:ext cx="548640" cy="548640"/>
          </a:xfrm>
          <a:prstGeom prst="ellipse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882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81328" y="47914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기저율 이질성은 모델을 쪼갤 근거가 아니다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481328" y="51206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 가 3-0 에서 0.003, 1-2 에서 0.048 로 16배인데, 카운트로 쪼개니 단조 악화했다(747→695→432). 손해가 데이터 손실만으로 설명된다.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104120" y="50109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870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넷은 우리 파이프라인이 아니라 문제 자체의 성질이라, 다른 사람 모델에 그대로 적용된다.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기각 목록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 된 것 — 왜 안 됐는지까지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22376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7223760" cy="4572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55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차감 축 6종 추가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17556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투수×타자손×축 계열은 네 축에서 포화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2212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 보정 platt / isotonic / beta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0" y="22128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해의 확률 사상이 다른 해에 틀림 (최악 −162)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7223760" cy="4572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670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성분별 정적 플래툰 테이블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26700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V8·V37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670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asof_pitcher_*_rate 5개와 중복 + 누수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31272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볼카운트 전문가 모델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0" y="31272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3127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전문화 이득 0, 데이터 손실만 남음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584448"/>
            <a:ext cx="7223760" cy="4572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5844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투수 유형 × 타자 유형 상성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35844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V51·V52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5844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(타자,시즌) oracle 43.0 — 원래 정보가 없다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4041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커널 평활 (M2)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40416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V59·V60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4041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커널은 누수, 물리 커널은 정보가 얇음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498848"/>
            <a:ext cx="7223760" cy="4572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498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TrackMan 물리를 성분 모델에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0" y="44988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4498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가 이미 tm500 98개 보유 → 상관 상승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7240" y="4956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방식 40 arm 스윕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54880" y="49560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4956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수축·외삽·가중·목적함수 축 소진 (0/40)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5413248"/>
            <a:ext cx="7223760" cy="4572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4132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결합 sj × hw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754880" y="54132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0" y="5413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실력차 149 + 상관 0.9301 → 이득 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46720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6E5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321040" y="15361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닫힌 길이 아니라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고칠 길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21040" y="212140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멤버 (V69)
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상관 0.7943 — 역대 최저
2024 에서 +43.48 — 역대 최고
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만 붕괴 — 시즌 처리를 넣으면 살아난다.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46720" y="37947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321040" y="39502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발견한 결함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321040" y="42976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훅 중복 주입 (027~029)
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0.25 가 실효 0.684 로 나갔다. 6단계 검증이 못 잡았다 — 라벨 없는 test 로는 BSS 를 못 재기 때문. 구조 검사가 유일한 방어선.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가장 실무적인 발견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내부 지표는 Public 을 예측하지 못한다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04088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19456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ΔBSS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7040880" cy="566928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030 → 032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 가중치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17830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17830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235000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032 → 033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3500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23500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35000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−5.86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2916936"/>
            <a:ext cx="7040880" cy="566928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9169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032 → 034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291693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짧은 등판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0" y="291693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+0.63 / −1.74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29169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7240" y="34838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032 → 035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348386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상호작용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06240" y="34838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+3.50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34838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863840" y="1371600"/>
            <a:ext cx="3749040" cy="2770632"/>
          </a:xfrm>
          <a:prstGeom prst="roundRect">
            <a:avLst>
              <a:gd name="adj" fmla="val 2640"/>
            </a:avLst>
          </a:prstGeom>
          <a:solidFill>
            <a:srgbClr val="FDEEEE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138160" y="155448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틀렸나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38160" y="19202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근거가 가장 강한 035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fold 양수 · 세 신호 정렬 · +3.50
→ Public 이득 최소 (+2)
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내부에서 기각한 034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실패로 '잡음' 판정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Public 최고 (+4)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5262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내부 지표는 "어느 방향이 유망한가"에는 쓸 수 있어도,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"어느 패키지를 낼까"를 정하는 데는 쓰지 않는다.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52303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후보가 여럿이면 하나로 좁히지 말고 여러 개를 제출해 Public 으로 확인한다.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78240" y="4553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구별 가능한 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240" y="47914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+13.9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8778240" y="5285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 3개 추가 → Public +19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추후 계획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신규 피처를 받으면 바로 돌린다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피처를 3계열로 분류하고, 실험 전에 게이트 6종을 기계로 통과시킨다.  runbook: 22_FEATURE_INTAKE_PLAN.md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659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에 그대로 있는 피처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상황 · A2 as-of 누적 · A3 식별자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원본만으로는 AUC 0.544 가 천장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3712" y="19659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66360" y="2011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에서 파생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53712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단일 행 변환 · B2 집계 룩업 · B3 라벨 유래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53712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유망 — 곱 상호작용이 두 fold 양수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2752" y="1965960"/>
            <a:ext cx="502920" cy="5029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15400" y="2011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TrackMan 투수 임베딩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02752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물리 요약 · C2 조건부 반응 · C3 파생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02752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질문은 '정확한가'가 아니라 'base 가 이미 안 가진 정보인가'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6949440" cy="1691640"/>
          </a:xfrm>
          <a:prstGeom prst="roundRect">
            <a:avLst>
              <a:gd name="adj" fmla="val 4324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2245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 게이트 6종 — 실험 전에 통과해야 한다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행 독립성  ·  G2 시간 인과  ·  </a:t>
            </a:r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셀 크기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G4 계층 차감 조건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base 상관 변화  ·  G6 커버리지 (학습/검증 불일치)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519379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이 핵심 — 한 행 기여 1/(n+K) 가 1% 초과면 경고, 3% 초과면 보류. 자기 라벨 누수가 네 번 터진 곳이다.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0" y="406908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D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046720" y="42245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 조건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046720" y="4572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fold 모두에서 셋이 함께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단독 BSS ↑   ·   base 상관 ↓   ·   ΔBSS ↑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어긋나면 상관을 우선한다.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추후 계획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열린 항목과 팀 협업 요청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6858000" cy="896112"/>
          </a:xfrm>
          <a:prstGeom prst="roundRect">
            <a:avLst>
              <a:gd name="adj" fmla="val 8163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65376"/>
            <a:ext cx="365760" cy="36576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7190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멤버 재설계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02996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상관 0.7943 (역대 최저), 2024 +43.48 (역대 최고). 2023 만 붕괴 → 시즌 처리 추가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624328"/>
            <a:ext cx="6858000" cy="896112"/>
          </a:xfrm>
          <a:prstGeom prst="roundRect">
            <a:avLst>
              <a:gd name="adj" fmla="val 8163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89504"/>
            <a:ext cx="36576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· 피처 확장 최적화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05409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팀이 전처리 + 피처 엔지니어링 + 단일 ML 모델로 1000 달성. 참고자료 수령 후 착수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648456"/>
            <a:ext cx="6858000" cy="896112"/>
          </a:xfrm>
          <a:prstGeom prst="roundRect">
            <a:avLst>
              <a:gd name="adj" fmla="val 8163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913632"/>
            <a:ext cx="36576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376732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피처 제거 / attention 피처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07822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감사가 남긴 미검증 항목 — 검증 시즌 값이 학습 범위 밖이다. 실행 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35240" y="1600200"/>
            <a:ext cx="3931920" cy="3172968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1810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팀에 요청드립니다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09560" y="2194560"/>
            <a:ext cx="33832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val2024_pred.csv 공유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row_id, control_success — 2019~2023 학습 → 2024 예측, 253,507 행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앙상블 이득은 정확도가 아니라 상관이 결정합니다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님은 639.66 → 733.28 로 개선했지만 상관도 0.9095 → 0.9301 로 함께 올라 이득이 0 이었습니다.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다른 타깃 · 다른 피처군을 쓴 모델일수록 값이 큽니다.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48920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2E3A78"/>
          </a:solidFill>
          <a:ln w="25400">
            <a:solidFill>
              <a:srgbClr val="FFB6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쓸 수 있는 산출물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05840" y="53218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p5_failure_labels.py  실패 유형 라벨 복원 (100% 검증)      ·      component_features.py  계층 차감 테이블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p15_smoke024.py  제출 전 6단계 검증      ·      v74_method_audit.py  실험 방식 감사 8항목      ·      21_TEAM_SUMMARY.md  전체 정리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228832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 Aimers 9기 Phase2 — sj 진행 공유</dc:title>
  <dc:subject>PptxGenJS Presentation</dc:subject>
  <dc:creator>sj</dc:creator>
  <cp:lastModifiedBy>sj</cp:lastModifiedBy>
  <cp:revision>1</cp:revision>
  <dcterms:created xsi:type="dcterms:W3CDTF">2026-08-18T00:43:29Z</dcterms:created>
  <dcterms:modified xsi:type="dcterms:W3CDTF">2026-08-18T00:43:29Z</dcterms:modified>
</cp:coreProperties>
</file>