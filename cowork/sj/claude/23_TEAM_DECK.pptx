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FFFFFF"/>
                </a:solidFill>
                <a:latin typeface="Calibri"/>
              </a:rPr>
              <a:t>Public 점수 이력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BSS</c:v>
                </c:pt>
              </c:strCache>
            </c:strRef>
          </c:tx>
          <c:spPr>
            <a:solidFill>
              <a:srgbClr val="FFB627"/>
            </a:solidFill>
            <a:ln w="38100" cap="flat">
              <a:solidFill>
                <a:srgbClr val="FFB62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B627"/>
              </a:solidFill>
              <a:ln w="9525" cap="flat">
                <a:solidFill>
                  <a:srgbClr val="FFB62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023
base+offset</c:v>
                  </c:pt>
                  <c:pt idx="1">
                    <c:v>024
성분 1축</c:v>
                  </c:pt>
                  <c:pt idx="2">
                    <c:v>030
성분 4축</c:v>
                  </c:pt>
                  <c:pt idx="3">
                    <c:v>032
구간 가중치</c:v>
                  </c:pt>
                  <c:pt idx="4">
                    <c:v>034
짧은 등판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916.7</c:v>
                </c:pt>
                <c:pt idx="1">
                  <c:v>945</c:v>
                </c:pt>
                <c:pt idx="2">
                  <c:v>964</c:v>
                </c:pt>
                <c:pt idx="3">
                  <c:v>979</c:v>
                </c:pt>
                <c:pt idx="4">
                  <c:v>983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ADCF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"/>
          <c:min val="900"/>
        </c:scaling>
        <c:delete val="0"/>
        <c:axPos val="l"/>
        <c:majorGridlines>
          <c:spPr>
            <a:ln w="12700" cap="flat">
              <a:solidFill>
                <a:srgbClr val="3B47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ADCF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E2761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Val2024 기여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B223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성분별 트리 파라미터</c:v>
                  </c:pt>
                  <c:pt idx="1">
                    <c:v>CatBoost 계열 추가</c:v>
                  </c:pt>
                  <c:pt idx="2">
                    <c:v>합성 절편 c0</c:v>
                  </c:pt>
                  <c:pt idx="3">
                    <c:v>타자 성분별 플래툰</c:v>
                  </c:pt>
                  <c:pt idx="4">
                    <c:v>OUTSIDE ball 분할</c:v>
                  </c:pt>
                  <c:pt idx="5">
                    <c:v>이닝 플래툰</c:v>
                  </c:pt>
                  <c:pt idx="6">
                    <c:v>F행 학습 가중치 0.20</c:v>
                  </c:pt>
                  <c:pt idx="7">
                    <c:v>카운트 플래툰</c:v>
                  </c:pt>
                  <c:pt idx="8">
                    <c:v>투수 플래툰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0.91</c:v>
                </c:pt>
                <c:pt idx="1">
                  <c:v>1.23</c:v>
                </c:pt>
                <c:pt idx="2">
                  <c:v>1.37</c:v>
                </c:pt>
                <c:pt idx="3">
                  <c:v>2.44</c:v>
                </c:pt>
                <c:pt idx="4">
                  <c:v>2.64</c:v>
                </c:pt>
                <c:pt idx="5">
                  <c:v>2.98</c:v>
                </c:pt>
                <c:pt idx="6">
                  <c:v>4.07</c:v>
                </c:pt>
                <c:pt idx="7">
                  <c:v>8.44</c:v>
                </c:pt>
                <c:pt idx="8">
                  <c:v>13.75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B223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</c:scaling>
        <c:delete val="0"/>
        <c:axPos val="b"/>
        <c:majorGridlines>
          <c:spPr>
            <a:ln w="12700" cap="flat">
              <a:solidFill>
                <a:srgbClr val="E3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4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9FC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Public 916.7에서 983까지, 성분 분해 라인이 +66을 만들었다. 실험 75건.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라운드에서 가장 중요한 발견. 제출 후보를 내부 순위로 하나만 고르면 안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 결합은 상관이 낮아야 값이 있다는 점을 반드시 전달할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7724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제구 실패 유형 분해 모델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85800" y="1572768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 Aimers 9기 Phase 2  ·  sj 진행 공유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214884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성공 확률을 직접 맞히는 대신,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어떻게 실패했는지를 유형별로 예측해 합성한다.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3337560"/>
            <a:ext cx="2834640" cy="1600200"/>
          </a:xfrm>
          <a:prstGeom prst="roundRect">
            <a:avLst>
              <a:gd name="adj" fmla="val 5714"/>
            </a:avLst>
          </a:prstGeom>
          <a:solidFill>
            <a:srgbClr val="2E3A78"/>
          </a:solidFill>
          <a:ln w="25400">
            <a:solidFill>
              <a:srgbClr val="FFB6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493008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B6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983</a:t>
            </a:r>
            <a:endParaRPr lang="en-US" sz="6200" dirty="0"/>
          </a:p>
        </p:txBody>
      </p:sp>
      <p:sp>
        <p:nvSpPr>
          <p:cNvPr id="7" name="Text 5"/>
          <p:cNvSpPr/>
          <p:nvPr/>
        </p:nvSpPr>
        <p:spPr>
          <a:xfrm>
            <a:off x="685800" y="440740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최고  submit_034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703320" y="3337560"/>
            <a:ext cx="2834640" cy="1600200"/>
          </a:xfrm>
          <a:prstGeom prst="roundRect">
            <a:avLst>
              <a:gd name="adj" fmla="val 5714"/>
            </a:avLst>
          </a:prstGeom>
          <a:solidFill>
            <a:srgbClr val="2E3A78"/>
          </a:solidFill>
          <a:ln w="12700">
            <a:solidFill>
              <a:srgbClr val="2E3A7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03320" y="3493008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+66</a:t>
            </a:r>
            <a:endParaRPr lang="en-US" sz="6200" dirty="0"/>
          </a:p>
        </p:txBody>
      </p:sp>
      <p:sp>
        <p:nvSpPr>
          <p:cNvPr id="10" name="Text 8"/>
          <p:cNvSpPr/>
          <p:nvPr/>
        </p:nvSpPr>
        <p:spPr>
          <a:xfrm>
            <a:off x="3703320" y="440740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성분 분해가 만든 상승폭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513892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실험 약 75건  ·  V1 ~ V76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6949440" y="1051560"/>
          <a:ext cx="47091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/>
          <p:nvPr/>
        </p:nvSpPr>
        <p:spPr>
          <a:xfrm>
            <a:off x="11228832" y="63276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아이디어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실패를 유형으로 쪼갠다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8A97AD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6002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포함–배제 합성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196596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middle  한가운데
</a:t>
            </a:r>
            <a:pPr indent="0" marL="0">
              <a:lnSpc>
                <a:spcPts val="2100"/>
              </a:lnSpc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reverse  반대 코스
</a:t>
            </a:r>
            <a:pPr indent="0" marL="0">
              <a:lnSpc>
                <a:spcPts val="2100"/>
              </a:lnSpc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OUTSIDE := 실패 ∧ ¬M ∧ ¬R
</a:t>
            </a:r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└ ball 로 다시 분할 → ob, oz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" y="3035808"/>
            <a:ext cx="4937760" cy="475488"/>
          </a:xfrm>
          <a:prstGeom prst="roundRect">
            <a:avLst>
              <a:gd name="adj" fmla="val 11538"/>
            </a:avLst>
          </a:prstGeom>
          <a:solidFill>
            <a:srgbClr val="EEF3FB"/>
          </a:solidFill>
          <a:ln w="12700">
            <a:solidFill>
              <a:srgbClr val="D5E0F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035808"/>
            <a:ext cx="4937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P(성공) = 1 − ( p_m + p_r − p_mr + p_ob + p_oz 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417320"/>
            <a:ext cx="530352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8A97AD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83680" y="16002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라벨은 train.csv 에서 복원한다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83680" y="193852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대회 데이터에 실패 유형 라벨은 없다.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누적 통계의 차분으로 복원한다.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83680" y="2487168"/>
            <a:ext cx="4754880" cy="868680"/>
          </a:xfrm>
          <a:prstGeom prst="roundRect">
            <a:avLst>
              <a:gd name="adj" fmla="val 6316"/>
            </a:avLst>
          </a:prstGeom>
          <a:solidFill>
            <a:srgbClr val="EEF3FB"/>
          </a:solidFill>
          <a:ln w="12700">
            <a:solidFill>
              <a:srgbClr val="D5E0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20840" y="257860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누적(i) = asof_rate(i) × asof_pitcher_n(i)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label(i) = 누적(i+1) − 누적(i) ∈ {0,1}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886200"/>
            <a:ext cx="2615184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8A97AD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8640" y="4041648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1,473,508</a:t>
            </a:r>
            <a:endParaRPr lang="en-US" sz="2300" dirty="0"/>
          </a:p>
        </p:txBody>
      </p:sp>
      <p:sp>
        <p:nvSpPr>
          <p:cNvPr id="16" name="Text 14"/>
          <p:cNvSpPr/>
          <p:nvPr/>
        </p:nvSpPr>
        <p:spPr>
          <a:xfrm>
            <a:off x="548640" y="4562856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복원 행 / 1,475,092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46704" y="3886200"/>
            <a:ext cx="2615184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8A97AD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346704" y="4041648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100.000000%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3346704" y="4562856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control_success 일치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44768" y="3886200"/>
            <a:ext cx="2615184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8A97AD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144768" y="4041648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행</a:t>
            </a:r>
            <a:endParaRPr lang="en-US" sz="2300" dirty="0"/>
          </a:p>
        </p:txBody>
      </p:sp>
      <p:sp>
        <p:nvSpPr>
          <p:cNvPr id="22" name="Text 20"/>
          <p:cNvSpPr/>
          <p:nvPr/>
        </p:nvSpPr>
        <p:spPr>
          <a:xfrm>
            <a:off x="6144768" y="4562856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포함–배제 불일치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942832" y="3886200"/>
            <a:ext cx="2615184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8A97AD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942832" y="4041648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 모델</a:t>
            </a:r>
            <a:endParaRPr lang="en-US" sz="2300" dirty="0"/>
          </a:p>
        </p:txBody>
      </p:sp>
      <p:sp>
        <p:nvSpPr>
          <p:cNvPr id="25" name="Text 23"/>
          <p:cNvSpPr/>
          <p:nvPr/>
        </p:nvSpPr>
        <p:spPr>
          <a:xfrm>
            <a:off x="8942832" y="4562856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5성분 × 8시드 × 2계열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53218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주의  ·  asof_*_rate 는 float32 다. rate × n 의 오차가 ~1e-3 이므로 차분 전에 반올림해야 한다. 안 하면 140만 행 중 1만 행만 복원된다.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1228832" y="63276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기여도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검증을 통과해 실린 것들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685800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680960" y="1371600"/>
            <a:ext cx="393192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8A97AD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955280" y="153619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예측 구조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955280" y="187452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B22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prediction =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B22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w(투구량 구간) × 성분 라인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B22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(1 − w) × 프로덕션 base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955280" y="269748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= [.25 .25 .25 .30 .40]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구간 = asof_pitcher_n 100/500/2000/4000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680960" y="3611880"/>
            <a:ext cx="3931920" cy="2103120"/>
          </a:xfrm>
          <a:prstGeom prst="roundRect">
            <a:avLst>
              <a:gd name="adj" fmla="val 3478"/>
            </a:avLst>
          </a:prstGeom>
          <a:solidFill>
            <a:srgbClr val="FFF6E5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8A97AD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55280" y="376732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6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이후 추가로 실린 것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955280" y="411480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짧은 등판 학습 가중치 0.5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평소의 절반 미만 등판 → Public +4
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2차 상호작용 12열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곱·차·비 (제곱은 무의미) → Public +2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11228832" y="63276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최대 발견 · 계층 차감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주효과를 몇 겹 빼느냐가 전부였다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구조의 피처가 차감 겹수만으로 50배 갈렸다.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DEEEE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8A97AD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9385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A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1겹 차감  ·  V8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2402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2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EB(투수, 타자손, 축) − 리그평균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6060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+0.16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2880360" y="26974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남는 신호의 대부분이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'카운트 자체 효과' — 원본 피처와 중복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78308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EAF6E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8A97AD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92240" y="19385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2겹 차감  ·  V19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92240" y="22402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2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 리그평균 − 전역 카운트효과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92240" y="26060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84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+8.44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8549640" y="26974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'이 투수가 이 카운트에서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남들보다 얼마나 다른가'만 남는다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749040"/>
            <a:ext cx="1106424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8A97AD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913632"/>
            <a:ext cx="10424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그런데 조건이 둘 있다 — 나중에 실패로 배웠다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8680" y="4279392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ㄱ. 중복이 실재해야 한다.</a:t>
            </a:r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빼려는 주효과가 이미 모델에 있어야 한다. 차감은 '중복'을 고치지 '누수'를 고치지 못한다.  </a:t>
            </a:r>
            <a:pPr indent="0" marL="0">
              <a:lnSpc>
                <a:spcPts val="2100"/>
              </a:lnSpc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(V37)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ㄴ. 두 항이 같은 단위여야 한다.</a:t>
            </a:r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단위가 다르면 환산 계수를 추정해야 하고, 그 계수가 틀린 만큼 잡음이 들어간다.  </a:t>
            </a:r>
            <a:pPr indent="0" marL="0">
              <a:lnSpc>
                <a:spcPts val="2100"/>
              </a:lnSpc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(V43: 단독 −35.79)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68680" y="523036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V19 가 잘 된 이유가 정확히 이 둘이다 — 카운트 주효과가 balls/strikes 에 이미 있었고, 두 항이 모두 성공률 EB 라 계수가 1이었다.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1228832" y="63276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확립된 원리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다른 모델에도 그대로 옮길 수 있는 것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8A97AD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591056"/>
            <a:ext cx="548640" cy="54864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910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81328" y="149961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멤버의 가치는 정확도가 아니라 비상관성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481328" y="182880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피처로 만든 직접 모델이 단독 751.20 으로 성분 분해(745.30)보다 좋은데, 결합은 +23.43 vs +41.04 로 밀렸다. 차이는 base 와의 상관뿐(0.8529 vs 0.8219).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104120" y="171907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V65 · V66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468880"/>
            <a:ext cx="1106424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8A97AD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2688336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6883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81328" y="25968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정적 테이블은 셀이 작아질수록 자기 라벨을 흘린다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481328" y="292608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V1 705.7→187.5  ·  V37 743.8→507.8  ·  V35 745.9→259.1  ·  V59 744.1→533.4. 값이 아니라 '이웃을 고르는 기준'으로도 같은 붕괴가 난다.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0104120" y="281635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 번 관측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566160"/>
            <a:ext cx="1106424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8A97AD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77240" y="3785616"/>
            <a:ext cx="548640" cy="548640"/>
          </a:xfrm>
          <a:prstGeom prst="ellipse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7856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81328" y="369417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거를 행은 버리지 말고 가중치를 낮춘다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481328" y="402336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45조합 스윕에서 제거 arm 만 제외 비율에 따라 단조 악화했다. 학습 행 절반 감소 비용이 −4.39 로 측정돼 있다.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104120" y="391363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V63 · V9 · V10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663440"/>
            <a:ext cx="1106424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8A97AD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77240" y="4882896"/>
            <a:ext cx="548640" cy="548640"/>
          </a:xfrm>
          <a:prstGeom prst="ellipse">
            <a:avLst/>
          </a:prstGeom>
          <a:solidFill>
            <a:srgbClr val="8A6100"/>
          </a:solidFill>
          <a:ln w="12700">
            <a:solidFill>
              <a:srgbClr val="8A61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8828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481328" y="479145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기저율 이질성은 모델을 쪼갤 근거가 아니다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1481328" y="512064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 가 3-0 에서 0.003, 1-2 에서 0.048 로 16배인데, 카운트로 쪼개니 단조 악화했다(747→695→432). 손해가 데이터 손실만으로 설명된다.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0104120" y="501091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A6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V50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58704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넷은 우리 파이프라인이 아니라 문제 자체의 성질이라, 다른 사람 모델에 그대로 적용된다.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1228832" y="63276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기각 목록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안 된 것 — 왜 안 됐는지까지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7223760" cy="384048"/>
          </a:xfrm>
          <a:prstGeom prst="roundRect">
            <a:avLst>
              <a:gd name="adj" fmla="val 1190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7160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시도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754880" y="13716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실험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1755648"/>
            <a:ext cx="7223760" cy="4572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7556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계층 차감 축 6종 추가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754880" y="175564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V33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9280" y="17556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투수×타자손×축 계열은 네 축에서 포화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77240" y="22128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사후 보정 platt / isotonic / beta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754880" y="221284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0" y="22128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해의 확률 사상이 다른 해에 틀림 (최악 −162)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2670048"/>
            <a:ext cx="7223760" cy="4572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670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성분별 정적 플래툰 테이블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754880" y="267004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V8·V37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69280" y="26700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asof_pitcher_*_rate 5개와 중복 + 누수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77240" y="3127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볼카운트 전문가 모델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754880" y="312724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V50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669280" y="31272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전문화 이득 0, 데이터 손실만 남음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3584448"/>
            <a:ext cx="7223760" cy="4572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35844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투수 유형 × 타자 유형 상성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754880" y="358444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V51·V52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0" y="35844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(타자,시즌) oracle 43.0 — 원래 정보가 없다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40416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커널 평활 (M2)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754880" y="404164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V59·V60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69280" y="40416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커널은 누수, 물리 커널은 정보가 얇음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48640" y="4498848"/>
            <a:ext cx="7223760" cy="4572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4988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TrackMan 물리를 성분 모델에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754880" y="449884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V66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0" y="44988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가 이미 tm500 98개 보유 → 상관 상승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77240" y="4956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방식 40 arm 스윕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754880" y="495604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V72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669280" y="49560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수축·외삽·가중·목적함수 축 소진 (0/40)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48640" y="5413248"/>
            <a:ext cx="7223760" cy="4572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77240" y="5413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 결합 sj × hw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4754880" y="541324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V31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0" y="54132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실력차 149 + 상관 0.9301 → 이득 0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046720" y="1371600"/>
            <a:ext cx="3566160" cy="2240280"/>
          </a:xfrm>
          <a:prstGeom prst="roundRect">
            <a:avLst>
              <a:gd name="adj" fmla="val 3265"/>
            </a:avLst>
          </a:prstGeom>
          <a:solidFill>
            <a:srgbClr val="FFF6E5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8A97AD">
                <a:alpha val="1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8321040" y="153619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8A6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닫힌 길이 아니라</a:t>
            </a:r>
            <a:endParaRPr lang="en-US" sz="14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8A6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고칠 길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321040" y="2121408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멤버 (V69)
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상관 0.7943 — 역대 최저
2024 에서 +43.48 — 역대 최고
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 만 붕괴 — 시즌 처리를 넣으면 살아난다.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046720" y="3794760"/>
            <a:ext cx="35661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8A97AD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8321040" y="395020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발견한 결함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321040" y="42976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훅 중복 주입 (027~029)
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0.25 가 실효 0.684 로 나갔다. 6단계 검증이 못 잡았다 — 라벨 없는 test 로는 BSS 를 못 재기 때문. 구조 검사가 유일한 방어선.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11228832" y="63276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가장 실무적인 발견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내부 지표는 Public 을 예측하지 못한다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7040880" cy="41148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716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변경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194560" y="13716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내용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06240" y="1371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내부 ΔBSS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035040" y="13716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Δ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7040880" cy="56692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178308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2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030 → 032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194560" y="178308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구간 가중치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206240" y="178308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+2.46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35040" y="178308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84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+15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77240" y="235000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2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032 → 033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194560" y="235000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206240" y="235000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+2.47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035040" y="235000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−5.86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48640" y="2916936"/>
            <a:ext cx="7040880" cy="56692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2916936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2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032 → 034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194560" y="291693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짧은 등판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206240" y="291693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+0.63 / −1.74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035040" y="2916936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84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77240" y="3483864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2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032 → 035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194560" y="3483864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2차 상호작용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06240" y="348386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+3.50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035040" y="3483864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6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7863840" y="1371600"/>
            <a:ext cx="3749040" cy="2770632"/>
          </a:xfrm>
          <a:prstGeom prst="roundRect">
            <a:avLst>
              <a:gd name="adj" fmla="val 2640"/>
            </a:avLst>
          </a:prstGeom>
          <a:solidFill>
            <a:srgbClr val="FDEEEE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8A97AD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138160" y="1554480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A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무엇이 틀렸나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138160" y="192024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내부 근거가 가장 강한 035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fold 양수 · 세 신호 정렬 · +3.50
→ Public 이득 최소 (+2)
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내부에서 기각한 034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 실패로 '잡음' 판정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Public 최고 (+4)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48640" y="434340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452628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내부 지표는 "어느 방향이 유망한가"에는 쓸 수 있어도,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"어느 패키지를 낼까"를 정하는 데는 쓰지 않는다.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14400" y="5230368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후보가 여럿이면 하나로 좁히지 말고 여러 개를 제출해 Public 으로 확인한다.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778240" y="45537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구별 가능한 급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778240" y="479145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B6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+13.9</a:t>
            </a:r>
            <a:endParaRPr lang="en-US" sz="3000" dirty="0"/>
          </a:p>
        </p:txBody>
      </p:sp>
      <p:sp>
        <p:nvSpPr>
          <p:cNvPr id="35" name="Text 33"/>
          <p:cNvSpPr/>
          <p:nvPr/>
        </p:nvSpPr>
        <p:spPr>
          <a:xfrm>
            <a:off x="8778240" y="52852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축 3개 추가 → Public +19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11228832" y="63276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추후 계획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신규 피처를 받으면 바로 돌린다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피처를 3계열로 분류하고, 실험 전에 게이트 6종을 기계로 통과시킨다.  runbook: 22_FEATURE_INTAKE_PLAN.md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8A97AD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196596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7320" y="20116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에 그대로 있는 피처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606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상황 · A2 as-of 누적 · A3 식별자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4672" y="31089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원본만으로는 AUC 0.544 가 천장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178308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8A97AD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53712" y="1965960"/>
            <a:ext cx="502920" cy="50292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53712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166360" y="20116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에서 파생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53712" y="2606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단일 행 변환 · B2 집계 룩업 · B3 라벨 유래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53712" y="31089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가장 유망 — 곱 상호작용이 두 fold 양수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46720" y="178308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8A97AD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302752" y="1965960"/>
            <a:ext cx="502920" cy="502920"/>
          </a:xfrm>
          <a:prstGeom prst="ellipse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02752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915400" y="20116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TrackMan 투수 임베딩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302752" y="2606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 물리 요약 · C2 조건부 반응 · C3 파생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302752" y="31089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질문은 '정확한가'가 아니라 'base 가 이미 안 가진 정보인가'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69080"/>
            <a:ext cx="6949440" cy="1691640"/>
          </a:xfrm>
          <a:prstGeom prst="roundRect">
            <a:avLst>
              <a:gd name="adj" fmla="val 4324"/>
            </a:avLst>
          </a:prstGeom>
          <a:solidFill>
            <a:srgbClr val="EEF2F8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8A97AD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22960" y="422452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인수 게이트 6종 — 실험 전에 통과해야 한다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822960" y="45720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 행 독립성  ·  G2 시간 인과  ·  </a:t>
            </a:r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 셀 크기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G4 계층 차감 조건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G5 base 상관 변화  ·  G6 커버리지 (학습/검증 불일치)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5193792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 이 핵심 — 한 행 기여 1/(n+K) 가 1% 초과면 경고, 3% 초과면 보류. 자기 라벨 누수가 네 번 터진 곳이다.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772400" y="4069080"/>
            <a:ext cx="38404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8A97AD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046720" y="422452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채택 조건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046720" y="45720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fold 모두에서 셋이 함께
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단독 BSS ↑   ·   base 상관 ↓   ·   ΔBSS ↑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어긋나면 상관을 우선한다.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228832" y="63276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추후 계획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772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열린 항목과 팀 협업 요청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600200"/>
            <a:ext cx="6858000" cy="896112"/>
          </a:xfrm>
          <a:prstGeom prst="roundRect">
            <a:avLst>
              <a:gd name="adj" fmla="val 8163"/>
            </a:avLst>
          </a:prstGeom>
          <a:solidFill>
            <a:srgbClr val="2E3A78"/>
          </a:solidFill>
          <a:ln w="12700">
            <a:solidFill>
              <a:srgbClr val="2E3A7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65376"/>
            <a:ext cx="365760" cy="365760"/>
          </a:xfrm>
          <a:prstGeom prst="ellipse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8653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17320" y="1719072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멤버 재설계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17320" y="2029968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상관 0.7943 (역대 최저), 2024 +43.48 (역대 최고). 2023 만 붕괴 → 시즌 처리 추가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2624328"/>
            <a:ext cx="6858000" cy="896112"/>
          </a:xfrm>
          <a:prstGeom prst="roundRect">
            <a:avLst>
              <a:gd name="adj" fmla="val 8163"/>
            </a:avLst>
          </a:prstGeom>
          <a:solidFill>
            <a:srgbClr val="2E3A78"/>
          </a:solidFill>
          <a:ln w="12700">
            <a:solidFill>
              <a:srgbClr val="2E3A7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89504"/>
            <a:ext cx="365760" cy="36576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889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17320" y="274320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전처리 · 피처 확장 최적화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054096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다른 팀이 전처리 + 피처 엔지니어링 + 단일 ML 모델로 1000 달성. 참고자료 수령 후 착수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85800" y="3648456"/>
            <a:ext cx="6858000" cy="896112"/>
          </a:xfrm>
          <a:prstGeom prst="roundRect">
            <a:avLst>
              <a:gd name="adj" fmla="val 8163"/>
            </a:avLst>
          </a:prstGeom>
          <a:solidFill>
            <a:srgbClr val="2E3A78"/>
          </a:solidFill>
          <a:ln w="12700">
            <a:solidFill>
              <a:srgbClr val="2E3A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913632"/>
            <a:ext cx="365760" cy="36576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913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417320" y="3767328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 피처 제거 / attention 피처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17320" y="4078224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감사가 남긴 미검증 항목 — 검증 시즌 값이 학습 범위 밖이다. 실행 중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635240" y="1600200"/>
            <a:ext cx="3931920" cy="3172968"/>
          </a:xfrm>
          <a:prstGeom prst="roundRect">
            <a:avLst>
              <a:gd name="adj" fmla="val 28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09560" y="181051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팀에 요청드립니다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909560" y="2194560"/>
            <a:ext cx="3383280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val2024_pred.csv 공유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row_id, control_success — 2019~2023 학습 → 2024 예측, 253,507 행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앙상블 이득은 정확도가 아니라 상관이 결정합니다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 님은 639.66 → 733.28 로 개선했지만 상관도 0.9095 → 0.9301 로 함께 올라 이득이 0 이었습니다.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다른 타깃 · 다른 피처군을 쓴 모델일수록 값이 큽니다.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85800" y="489204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2E3A78"/>
          </a:solidFill>
          <a:ln w="25400">
            <a:solidFill>
              <a:srgbClr val="FFB62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5029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바로 쓸 수 있는 산출물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005840" y="532180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p5_failure_labels.py  실패 유형 라벨 복원 (100% 검증)      ·      component_features.py  계층 차감 테이블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p15_smoke024.py  제출 전 6단계 검증      ·      v74_method_audit.py  실험 방식 감사 8항목      ·      21_TEAM_SUMMARY.md  전체 정리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1228832" y="63276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LG Aimers 9기 Phase2 — sj 진행 공유</dc:title>
  <dc:subject>PptxGenJS Presentation</dc:subject>
  <dc:creator>sj</dc:creator>
  <cp:lastModifiedBy>sj</cp:lastModifiedBy>
  <cp:revision>1</cp:revision>
  <dcterms:created xsi:type="dcterms:W3CDTF">2026-08-17T23:26:54Z</dcterms:created>
  <dcterms:modified xsi:type="dcterms:W3CDTF">2026-08-17T23:26:54Z</dcterms:modified>
</cp:coreProperties>
</file>